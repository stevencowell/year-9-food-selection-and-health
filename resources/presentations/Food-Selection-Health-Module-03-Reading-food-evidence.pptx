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2480f2396f4ccc" /><Relationship Type="http://schemas.openxmlformats.org/officeDocument/2006/relationships/extended-properties" Target="/docProps/app.xml" Id="R4db82190dc574d6b" /><Relationship Type="http://schemas.openxmlformats.org/officeDocument/2006/relationships/officeDocument" Target="/ppt/presentation.xml" Id="R8a64849b61d147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609470cad94c04"/>
  </p:sldMasterIdLst>
  <p:notesMasterIdLst>
    <p:notesMasterId xmlns:r="http://schemas.openxmlformats.org/officeDocument/2006/relationships" r:id="Rc9801dc12ef8441b"/>
  </p:notesMasterIdLst>
  <p:sldIdLst>
    <p:sldId xmlns:r="http://schemas.openxmlformats.org/officeDocument/2006/relationships" id="256" r:id="Reaaab3823e2b4189"/>
    <p:sldId xmlns:r="http://schemas.openxmlformats.org/officeDocument/2006/relationships" id="257" r:id="R64c202f241d74658"/>
    <p:sldId xmlns:r="http://schemas.openxmlformats.org/officeDocument/2006/relationships" id="258" r:id="R75212d387dfb4801"/>
    <p:sldId xmlns:r="http://schemas.openxmlformats.org/officeDocument/2006/relationships" id="259" r:id="R88da14c3bb664481"/>
    <p:sldId xmlns:r="http://schemas.openxmlformats.org/officeDocument/2006/relationships" id="260" r:id="Rc783a41100044af4"/>
    <p:sldId xmlns:r="http://schemas.openxmlformats.org/officeDocument/2006/relationships" id="261" r:id="R4dfe4a0d805a4ea1"/>
    <p:sldId xmlns:r="http://schemas.openxmlformats.org/officeDocument/2006/relationships" id="262" r:id="R90404aaf60f24cfb"/>
    <p:sldId xmlns:r="http://schemas.openxmlformats.org/officeDocument/2006/relationships" id="263" r:id="R6045f51008e941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190f23946d47e3" /><Relationship Type="http://schemas.openxmlformats.org/officeDocument/2006/relationships/slideMaster" Target="/ppt/slideMasters/slideMaster1.xml" Id="R0c609470cad94c04" /><Relationship Type="http://schemas.openxmlformats.org/officeDocument/2006/relationships/notesMaster" Target="/ppt/notesMasters/notesMaster1.xml" Id="Rc9801dc12ef8441b" /><Relationship Type="http://schemas.openxmlformats.org/officeDocument/2006/relationships/presProps" Target="/ppt/presProps.xml" Id="R90ebd3d743344b60" /><Relationship Type="http://schemas.openxmlformats.org/officeDocument/2006/relationships/tableStyles" Target="/ppt/tableStyles.xml" Id="Rdb077e2f800c4aa3" /><Relationship Type="http://schemas.openxmlformats.org/officeDocument/2006/relationships/slide" Target="/ppt/slides/slide1.xml" Id="Reaaab3823e2b4189" /><Relationship Type="http://schemas.openxmlformats.org/officeDocument/2006/relationships/slide" Target="/ppt/slides/slide2.xml" Id="R64c202f241d74658" /><Relationship Type="http://schemas.openxmlformats.org/officeDocument/2006/relationships/slide" Target="/ppt/slides/slide3.xml" Id="R75212d387dfb4801" /><Relationship Type="http://schemas.openxmlformats.org/officeDocument/2006/relationships/slide" Target="/ppt/slides/slide4.xml" Id="R88da14c3bb664481" /><Relationship Type="http://schemas.openxmlformats.org/officeDocument/2006/relationships/slide" Target="/ppt/slides/slide5.xml" Id="Rc783a41100044af4" /><Relationship Type="http://schemas.openxmlformats.org/officeDocument/2006/relationships/slide" Target="/ppt/slides/slide6.xml" Id="R4dfe4a0d805a4ea1" /><Relationship Type="http://schemas.openxmlformats.org/officeDocument/2006/relationships/slide" Target="/ppt/slides/slide7.xml" Id="R90404aaf60f24cfb" /><Relationship Type="http://schemas.openxmlformats.org/officeDocument/2006/relationships/slide" Target="/ppt/slides/slide8.xml" Id="R6045f51008e941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4209f6f27240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a9fa4f3bc477c" /><Relationship Type="http://schemas.openxmlformats.org/officeDocument/2006/relationships/notesMaster" Target="/ppt/notesMasters/notesMaster1.xml" Id="Ra4ea65e45e774d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44b7abdee45c3" /><Relationship Type="http://schemas.openxmlformats.org/officeDocument/2006/relationships/notesMaster" Target="/ppt/notesMasters/notesMaster1.xml" Id="R76be87bfa29f4e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06fc231d484ca8" /><Relationship Type="http://schemas.openxmlformats.org/officeDocument/2006/relationships/notesMaster" Target="/ppt/notesMasters/notesMaster1.xml" Id="Re72bc3cb5aac4a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09b0a3f4f42fe" /><Relationship Type="http://schemas.openxmlformats.org/officeDocument/2006/relationships/notesMaster" Target="/ppt/notesMasters/notesMaster1.xml" Id="Rbcc26938177c40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098e26be4d466e" /><Relationship Type="http://schemas.openxmlformats.org/officeDocument/2006/relationships/notesMaster" Target="/ppt/notesMasters/notesMaster1.xml" Id="R46ee0f7a264642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9ed11299d04169" /><Relationship Type="http://schemas.openxmlformats.org/officeDocument/2006/relationships/notesMaster" Target="/ppt/notesMasters/notesMaster1.xml" Id="Rbb7449caf56b42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ea9652d3914593" /><Relationship Type="http://schemas.openxmlformats.org/officeDocument/2006/relationships/notesMaster" Target="/ppt/notesMasters/notesMaster1.xml" Id="Rf7e37251bc8f4c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cfd9beeb2d472f" /><Relationship Type="http://schemas.openxmlformats.org/officeDocument/2006/relationships/notesMaster" Target="/ppt/notesMasters/notesMaster1.xml" Id="Re94f00dde80745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module around one defensible food decision. Use the context image to elicit what students notice before naming the three sections.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C:\Users\scowell1\Documents\Codex\2026-08-28\new-tas-course-site-builder-plugin-2\outputs\year-9-food-selection-and-health\assets\visual-m03-board.png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https://www.foodstandards.gov.au/consumer/labelling/ingredients</a:t>
            </a:r>
          </a:p>
          <a:p xmlns:a="http://schemas.openxmlformats.org/drawingml/2006/main">
            <a:r>
              <a:t>- https://www.foodstandards.gov.au/consumer/labelling/allergen-labelling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C:\Users\scowell1\Documents\Codex\2026-08-28\new-tas-course-site-builder-plugin-2\outputs\year-9-food-selection-and-health\_project\evidence\presentations\crops\module-03-q2.png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class moving through three clear stages. Invite one group to defend a choice using the concept language, then name the evidence students should retain.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https://www.foodstandards.gov.au/consumer/labelling/ingredients</a:t>
            </a:r>
          </a:p>
          <a:p xmlns:a="http://schemas.openxmlformats.org/drawingml/2006/main">
            <a:r>
              <a:t>- https://www.foodstandards.gov.au/consumer/labelling/allergen-labelling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https://www.eatforhealth.gov.au/guidelines</a:t>
            </a:r>
          </a:p>
          <a:p xmlns:a="http://schemas.openxmlformats.org/drawingml/2006/main">
            <a:r>
              <a:t>- https://www.healthstarrating.gov.au/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C:\Users\scowell1\Documents\Codex\2026-08-28\new-tas-course-site-builder-plugin-2\outputs\year-9-food-selection-and-health\_project\evidence\presentations\crops\module-03-q3.png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 claim, evidence and reasoning chain without dictating the response. Ask students to locate the trade-off or limit that keeps the conclusion defensible.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https://www.eatforhealth.gov.au/guidelines</a:t>
            </a:r>
          </a:p>
          <a:p xmlns:a="http://schemas.openxmlformats.org/drawingml/2006/main">
            <a:r>
              <a:t>- https://www.healthstarrating.gov.au/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https://www.foodstandards.gov.au/consumer/labelling/nutrition</a:t>
            </a:r>
          </a:p>
          <a:p xmlns:a="http://schemas.openxmlformats.org/drawingml/2006/main">
            <a:r>
              <a:t>- https://www.healthstarrating.gov.au/</a:t>
            </a:r>
          </a:p>
          <a:p xmlns:a="http://schemas.openxmlformats.org/drawingml/2006/main">
            <a:r>
              <a:t>- https://www.accc.gov.au/consumers/advertising-and-promotions/false-or-misleading-claims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C:\Users\scowell1\Documents\Codex\2026-08-28\new-tas-course-site-builder-plugin-2\outputs\year-9-food-selection-and-health\_project\evidence\presentations\crops\module-03-q4.png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handoff from explanation to applied evidence. The activity should remain formative unless the teacher explicitly links it to an approved formal task.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https://www.foodstandards.gov.au/consumer/labelling/nutrition</a:t>
            </a:r>
          </a:p>
          <a:p xmlns:a="http://schemas.openxmlformats.org/drawingml/2006/main">
            <a:r>
              <a:t>- https://www.healthstarrating.gov.au/</a:t>
            </a:r>
          </a:p>
          <a:p xmlns:a="http://schemas.openxmlformats.org/drawingml/2006/main">
            <a:r>
              <a:t>- https://www.accc.gov.au/consumers/advertising-and-promotions/false-or-misleading-claims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C:\Users\scowell1\Documents\Codex\2026-08-28\new-tas-course-site-builder-plugin-2\outputs\year-9-food-selection-and-health\_project\evidence\presentations\crops\module-03-q4.png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check. Reopen a section package where reasoning is weak, then direct students to the relevant folio stage.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C:\Users\scowell1\Documents\Codex\2026-08-28\new-tas-course-site-builder-plugin-2\outputs\year-9-food-selection-and-health\_project\evidence\presentations\crops\module-02-q1.png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C:\Users\scowell1\Documents\Codex\2026-08-28\new-tas-course-site-builder-plugin-2\outputs\year-9-food-selection-and-health\_project\evidence\presentations\crops\module-04-q1.png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3d785efcc4a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23dac24c5a42b7" /><Relationship Type="http://schemas.openxmlformats.org/officeDocument/2006/relationships/slideLayout" Target="/ppt/slideLayouts/slideLayout1.xml" Id="R5b8e2d48ee204e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8e2d48ee204e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70bece50c4d45" /><Relationship Type="http://schemas.openxmlformats.org/officeDocument/2006/relationships/image" Target="/ppt/media/image.png" Id="Rb1f0453209af4d5c" /><Relationship Type="http://schemas.openxmlformats.org/officeDocument/2006/relationships/notesSlide" Target="/ppt/notesSlides/notesSlide1.xml" Id="R7f081c89e43c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c363e074448db" /><Relationship Type="http://schemas.openxmlformats.org/officeDocument/2006/relationships/image" Target="/ppt/media/image2.png" Id="R889109fc61154fb4" /><Relationship Type="http://schemas.openxmlformats.org/officeDocument/2006/relationships/notesSlide" Target="/ppt/notesSlides/notesSlide2.xml" Id="R4203ba589a304d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8177c1cbb4cbc" /><Relationship Type="http://schemas.openxmlformats.org/officeDocument/2006/relationships/notesSlide" Target="/ppt/notesSlides/notesSlide3.xml" Id="Rbc4f26f3aef4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6aa29d40741b5" /><Relationship Type="http://schemas.openxmlformats.org/officeDocument/2006/relationships/image" Target="/ppt/media/image3.png" Id="R8b395f9799844378" /><Relationship Type="http://schemas.openxmlformats.org/officeDocument/2006/relationships/notesSlide" Target="/ppt/notesSlides/notesSlide4.xml" Id="Rcf89c0054f95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caef36bd4428f" /><Relationship Type="http://schemas.openxmlformats.org/officeDocument/2006/relationships/notesSlide" Target="/ppt/notesSlides/notesSlide5.xml" Id="R1f07597235e74a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b68ea08e0445d" /><Relationship Type="http://schemas.openxmlformats.org/officeDocument/2006/relationships/image" Target="/ppt/media/image4.png" Id="R54d59b41cb5140ec" /><Relationship Type="http://schemas.openxmlformats.org/officeDocument/2006/relationships/notesSlide" Target="/ppt/notesSlides/notesSlide6.xml" Id="Ra9b8d21e624148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e7a08cd2d4da1" /><Relationship Type="http://schemas.openxmlformats.org/officeDocument/2006/relationships/image" Target="/ppt/media/image5.png" Id="Rda8469aa0d3042c3" /><Relationship Type="http://schemas.openxmlformats.org/officeDocument/2006/relationships/notesSlide" Target="/ppt/notesSlides/notesSlide7.xml" Id="Rd413687ff19c4d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02f83341f4752" /><Relationship Type="http://schemas.openxmlformats.org/officeDocument/2006/relationships/image" Target="/ppt/media/image6.png" Id="Raaeefaa01ce140e5" /><Relationship Type="http://schemas.openxmlformats.org/officeDocument/2006/relationships/image" Target="/ppt/media/image7.png" Id="R49a1a2072d7f476c" /><Relationship Type="http://schemas.openxmlformats.org/officeDocument/2006/relationships/notesSlide" Target="/ppt/notesSlides/notesSlide8.xml" Id="R553b7db13b6e47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0453209af4d5c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92C42-A21A-411B-9F48-A482181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3EF61-F5EB-4700-B7CD-92DCBA1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36"/>
                </a:solidFill>
              </a:defRPr>
            </a:pPr>
            <a:r>
              <a:rPr sz="1125" b="1">
                <a:solidFill>
                  <a:srgbClr val="C70036"/>
                </a:solidFill>
              </a:rPr>
              <a:t>MODULE 3 · YEAR 9 FOOD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E085E-6783-47F6-9847-512A1C39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2C22"/>
                </a:solidFill>
              </a:defRPr>
            </a:pPr>
            <a:r>
              <a:rPr sz="3900" b="1">
                <a:solidFill>
                  <a:srgbClr val="002C22"/>
                </a:solidFill>
              </a:rPr>
              <a:t>Reading food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28D45-41BD-4023-B710-B0E85354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5191125" cy="1476375"/>
          </a:xfrm>
          <a:prstGeom xmlns:a="http://schemas.openxmlformats.org/drawingml/2006/main" prst="roundRect">
            <a:avLst>
              <a:gd name="adj" fmla="val 51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D"/>
                </a:solidFill>
              </a:defRPr>
            </a:pPr>
            <a:r>
              <a:rPr sz="1725" b="0">
                <a:solidFill>
                  <a:srgbClr val="57534D"/>
                </a:solidFill>
              </a:rPr>
              <a:t>Students read Australian food labels, make fair comparisons and evaluate claims so decisions are based on evidence rather than package persuasion.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CA9FC-B25A-4553-8F29-19EBF5C4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045"/>
                </a:solidFill>
              </a:defRPr>
            </a:pPr>
            <a:r>
              <a:rPr sz="1575" b="1">
                <a:solidFill>
                  <a:srgbClr val="006045"/>
                </a:solidFill>
              </a:rPr>
              <a:t>Notice → Question → Evidence →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B56F9-B023-4BB2-8A4A-74BD556C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D"/>
                </a:solidFill>
              </a:defRPr>
            </a:pPr>
            <a:r>
              <a:rPr sz="900" b="1">
                <a:solidFill>
                  <a:srgbClr val="57534D"/>
                </a:solidFill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298336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DF897-71A2-4DCB-BB69-67251BCD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1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A4BFE-D4E2-41B5-ACED-D645F365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Ingredients, servings and nutrition panels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882AC-EE39-4390-86E0-CEA1532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3.2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109fc61154fb4"/>
          <a:srcRect xmlns:a="http://schemas.openxmlformats.org/drawingml/2006/main" l="0" t="26170" r="0" b="26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21336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45A9E-DCFB-43BA-B50F-7BF24542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50292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FICTIONAL PRACTICE YOGHURT A — Serve 170 g. Per serve / per 100 g: energy 510 / 300 kJ; protein 11.9 / 7.0 g; fat 4.3 / 2.5 g; sugars 8.5 / 5.0 g; sodium 85 / 50 mg. Ingredients: milk, milk solids, cream, live cultures. Contains milk. Use by 10 Sep 20XX. Keep at or below 5°C. Claim: no added sugar; contains naturally occurring milk sugars.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7DB49-8264-4FA5-8394-CDC8D065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Locate and interpret Australian label evidence including ingredient order, allergens, serving information and per 100 g or 100 mL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3B8E8-FD2F-4611-94E8-5757D87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what ingredient order does and does not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use per serve and per 100 g or 100 mL for different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combine nutrition, allergen, date and storage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15509-FDAD-4CE0-8609-AAABEAB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Start with the question, then choose the label zone that can answer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42873-80A8-458F-8355-B4AA7E72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51E90-9704-4CD0-9985-A8DBC459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3BE2F-8487-413B-8BED-17CB06B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887303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539F7-9DDB-4F5C-A24A-68B2805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3.1 ·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D8C27-8522-470F-8383-D0448966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Three-pass label 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CEC9A-CB9B-46DD-A323-F535D14B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AB9CD-D7E9-4A8F-9EE3-06DBAF2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045"/>
                </a:solidFill>
              </a:defRPr>
            </a:pPr>
            <a:r>
              <a:rPr sz="1800" b="1">
                <a:solidFill>
                  <a:srgbClr val="006045"/>
                </a:solidFill>
              </a:rPr>
              <a:t>Build an efficient routine for safety, comparison and portion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50C5B-21F8-4F79-B3BE-F00871C3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7327A-91CA-47A3-8F28-1C4A47C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23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C22"/>
                </a:solidFill>
              </a:defRPr>
            </a:pPr>
            <a:r>
              <a:rPr sz="1575" b="1">
                <a:solidFill>
                  <a:srgbClr val="002C22"/>
                </a:solidFill>
              </a:rPr>
              <a:t>Highlight allergens, date and storage.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14C6B-9FAA-422B-982B-1666ECDE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700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DFF7C-BD07-4327-90C5-C6A595A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323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C22"/>
                </a:solidFill>
              </a:defRPr>
            </a:pPr>
            <a:r>
              <a:rPr sz="1575" b="1">
                <a:solidFill>
                  <a:srgbClr val="002C22"/>
                </a:solidFill>
              </a:rPr>
              <a:t>Circle serve size and compare per 100 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C8AE0-A1E2-430B-9EC5-191AA509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4FA69-A4A8-491A-BE08-E7D0BA0C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67100"/>
            <a:ext cx="323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C22"/>
                </a:solidFill>
              </a:defRPr>
            </a:pPr>
            <a:r>
              <a:rPr sz="1575" b="1">
                <a:solidFill>
                  <a:srgbClr val="002C22"/>
                </a:solidFill>
              </a:rPr>
              <a:t>Underline the first three ingredients and sugar terms.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A4CA2-8FC8-4465-8143-1EDB58D2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Evidence to keep: Two annotated labels and an evidence-versus-inference record.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33677-479D-42DE-AB46-D3942021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1763D-A4B0-4690-A61E-DE009513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CBC9E-6E8D-4732-8BF9-5394F1E1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1857220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9763E-4CCF-4901-BAF7-D3BBDD06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2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8C804-1D0F-4BBD-B320-A32A27B8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Comparing foods fairly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02CA3-B2E4-4CB3-BA78-0AB40779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3.4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95f9799844378"/>
          <a:srcRect xmlns:a="http://schemas.openxmlformats.org/drawingml/2006/main" l="0" t="26170" r="0" b="26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5029200" cy="21336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20936-36C7-4EFE-AE5C-17F9D3AE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0292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FICTIONAL YOGHURTS — A: serve 170 g; per 100 g: 300 kJ, protein 7.0 g, sugars 5.0 g. B: serve 125 g; per 100 g: 400 kJ, protein 4.5 g, sugars 13.0 g. Both contain milk and require refrigeration. Compare per 100 g first, then the whole tub.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423A9-F993-4581-BA1D-DE520E5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Use a repeatable evidence process to compare like products for a stated purpose and make a conditional recommendation.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3A8F5-B23C-4C5B-A944-61690AF5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define the comparison purpose before selecting nutrients.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use a common amount and then account for actual portion.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make a conditional recommendation with trade-offs.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37693-14E9-471A-BB9C-C858417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Compare per 100 g, calculate the planned portion, then make a context-bound recommendation.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B2C99-3BF0-4BA7-9F27-715EE9B1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AA6AD-57B3-4A81-9DDC-D7B1FE97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4EBD3-ACC8-4710-8345-7477B53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981698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45081-D48D-4EBE-A18E-F4AE69B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3.2 · HIGHER-ORDER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4595B-9AA9-4470-A823-8CF103B7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Compare, decide and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48EB3-7713-452C-8788-38704AA5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5EE2A-5042-4CA5-AE16-FD52855A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2C22"/>
                </a:solidFill>
              </a:defRPr>
            </a:pPr>
            <a:r>
              <a:rPr sz="1725" b="1">
                <a:solidFill>
                  <a:srgbClr val="002C22"/>
                </a:solidFill>
              </a:rPr>
              <a:t>Compare two similar packaged foods for a Year 9 context. Make a conditional recommendation using common baseline, portion, nutrients, ingredients and one non-nutrient factor, then identify missing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81F10-B407-455F-8B0C-702CCCEA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STIMULUS — Use fictional yoghurt A from Slide 2 and yoghurt B from Slide 4. Audience: a Year 9 student choosing a refrigerated school snack. Compare per 100 g, then the whole tub; name missing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E729D-B577-4721-A5BF-A9D0C399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36"/>
                </a:solidFill>
              </a:defRPr>
            </a:pPr>
            <a:r>
              <a:rPr sz="1650" b="1">
                <a:solidFill>
                  <a:srgbClr val="C70036"/>
                </a:solidFill>
              </a:rPr>
              <a:t>Build the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1E35B-36D6-48ED-95C3-DC93263E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66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Define audience, occasion and decision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Check the products are comparable.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Compare three relevant values per 100 g or 100 mL.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989FC-5131-4C32-ADF1-A68E75AB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7528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Strong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6898D-F6D4-4DDA-8461-B1581ECC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37528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Uses a common amount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Selects criteria for the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Shows trade-offs and uncertainty.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931A4-509C-487A-8662-5CCE3E04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7E395-C85E-4CE1-865E-2FE948A6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81C8B-B994-41BA-A22F-DD883086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588212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E8C96-02F7-4E8C-9BFF-131F21F7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3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E4DAB-9B6F-452B-98A2-7515AE5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Marketing claims, ethics and health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27CD1-292A-4803-9B4C-16C944EF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3.6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59b41cb5140ec"/>
          <a:srcRect xmlns:a="http://schemas.openxmlformats.org/drawingml/2006/main" l="0" t="26170" r="0" b="26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21336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D63DE-FF8F-447E-AD5A-2FE61AD6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50292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FICTIONAL AD — BERRY CRUNCH: ‘Made with real berries.’ ‘Natural energy.’ ‘Fuel your best.’ Ingredients: oats 42%, yoghurt-style coating 26%, sugar, rice crisps, berry purée 2%, honey, flavour, salt. Contains gluten and milk; may contain nuts. Decide what is checkable, persuasive or missing.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A2006-768D-4968-A90D-9F5B7C21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Evaluate food marketing and front-of-pack claims against regulated evidence, audience needs and ethical responsibilities.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92185-B3A6-4280-8C78-D4B62B03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a marketing impression from checkable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use Health Star Rating for appropriate within-category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evaluate accuracy, omission, audience impact and responsibility.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C8049-0BB3-4A01-8D3A-41C23F34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Pause the first impression. Match every claim to evidence, then ask what remains unanswered.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6FF82-C4CD-4F86-9AED-D764EA0F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BE922-ACAC-46B6-9B9D-B3CCF474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2607E-BE4E-4B9A-923C-8EB04519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200853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63BDE-85D5-4C5C-BB02-64C80E2A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INVESTIGATION · EVIDENCE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89FF9-50A3-4C20-B1F0-AD8F955F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Apply the three ideas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0D316-B7F1-4EB2-9FA7-1ECF20D9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3.7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469aa0d3042c3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39052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7D4C6-2ED5-4BF7-BDA0-FB4A1DF8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045"/>
                </a:solidFill>
              </a:defRPr>
            </a:pPr>
            <a:r>
              <a:rPr sz="2100" b="1">
                <a:solidFill>
                  <a:srgbClr val="006045"/>
                </a:solidFill>
              </a:rPr>
              <a:t>Thirty-second impression reset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7CBB6-6875-475C-BF3B-A961A8BD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6457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C22"/>
                </a:solidFill>
              </a:defRPr>
            </a:pPr>
            <a:r>
              <a:rPr sz="1500" b="0">
                <a:solidFill>
                  <a:srgbClr val="002C22"/>
                </a:solidFill>
              </a:rPr>
              <a:t>Make persuasive framing visible before full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FBA71-70A1-4A93-AE69-9B1A60B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6457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STIMULUS — Use the fictional Berry Crunch claim card from Slide 6; annotate each claim, ingredient evidence, omissions and a fairer rewrite.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BE0A8-C661-49C5-88CD-9AC3725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64579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Check two claims against label or official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Add one omitted health, audience or environment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Rewrite the promotion more fairly.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BCC17-9D12-41AC-A556-D7C51149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36"/>
                </a:solidFill>
              </a:defRPr>
            </a:pPr>
            <a:r>
              <a:rPr sz="1350" b="1">
                <a:solidFill>
                  <a:srgbClr val="C70036"/>
                </a:solidFill>
              </a:rPr>
              <a:t>Keep: Before-and-after impressions, evidence table and revised ethical promotion.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93E5A-E707-4EAD-A2FE-9E0BA910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8BB99-8008-4017-9E87-B92C06D3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993F5-0882-48F5-BEA0-2EBDCEA5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152787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2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074F3-8504-487A-9FD5-AD9A1A96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900"/>
                </a:solidFill>
              </a:defRPr>
            </a:pPr>
            <a:r>
              <a:rPr sz="1125" b="1">
                <a:solidFill>
                  <a:srgbClr val="FFB900"/>
                </a:solidFill>
              </a:rPr>
              <a:t>REVIEW · REPAIR · KEEP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1690E-C25E-415D-A50D-B2E4266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33425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Can you defend the decision?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FA510-43F0-437D-988A-03062364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47650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1. What does ingredient order usually represent?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2. What should be decided before label criteria?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3. Why can a truthful front claim still be incomplete?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7FF77-B5E6-4698-9560-5ACA969B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Save as “M3.3 Claim–evidence–omission audit” with annotated promotion, source links and a fairer revised message.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70D38-A606-49D0-A307-011C456B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6957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900"/>
                </a:solidFill>
              </a:defRPr>
            </a:pPr>
            <a:r>
              <a:rPr sz="1500" b="1">
                <a:solidFill>
                  <a:srgbClr val="FFB900"/>
                </a:solidFill>
              </a:rPr>
              <a:t>Where this connects next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efaa01ce140e5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1a2072d7f476c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17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65E05-4F14-46FF-8530-6AC3A98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695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Save selected evidence in My folio. Browser saving is not submission.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3D0A1-0582-4F6C-9E2F-20EAEF5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15075"/>
            <a:ext cx="857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665631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2026-08-27T16:30:15.1010000Z</dcterms:created>
  <dcterms:modified xsi:type="dcterms:W3CDTF">2026-08-27T16:30:15.1010000Z</dcterms:modified>
</coreProperties>
</file>